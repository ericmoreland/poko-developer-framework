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A415C-2F85-44D7-9F52-054DA83FDE61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3019-42D6-4680-BC32-4676EEBB82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395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A0B6-A7BE-2C72-D6A2-648370C92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A38EA-B02C-7514-6D06-B57D019C0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174C9-E338-AD82-377C-C3E568AB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FEFA-258E-4606-B281-155D675373E7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66067-CD1D-4CB0-3632-8C1A4E0B7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2D8BB-8674-2ADD-CD9F-9426600C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0DF-44DA-4774-A724-C8EACC966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55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2E60-35DD-0203-9983-798B6A47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31FBF-F850-AD07-1443-9437E181B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62B1A-A3EF-E4D0-56FF-249F41F45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4840-30C4-41D2-9457-C88E27DE7651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7B177-40F3-340A-8BC2-0181006E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CB9DD-B901-6FA5-B923-6B1EE90A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0DF-44DA-4774-A724-C8EACC966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438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7026-349E-F5AC-845F-3EEA9D2C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CB2F6-164B-F109-B633-7DD1C6184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2E80D-4B05-C1A3-CA0A-7E3E273F6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8C23-B616-4F93-951A-A018D331C794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5A50E-ED5C-E750-B865-1A51969A3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8CC65-25E2-A41F-24E8-386DED242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0DF-44DA-4774-A724-C8EACC966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063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DD15-D93F-DB80-B227-C75EC110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2E570-0FEE-E393-6757-4674108DF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19591-24D4-C006-0B88-C9A241B64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0CED2-0743-21C6-7696-C0AC6A97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A945-8981-4DEF-859A-B80F1428ADF7}" type="datetime1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8938E-C9B6-DF19-41EC-1A92AA9B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2B758-F4B8-4C64-02AC-94A11068E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0DF-44DA-4774-A724-C8EACC966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9917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D3875-3E9A-7712-F594-2BB618C4C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3E135-17A4-69B2-2B84-56AA0E75F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9B451-A4A9-F5A6-5504-59AFFB471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AB020-5906-05C0-0B55-47EA0DA38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9B9E83-77C4-ED33-7E92-087C67D877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F62483-F8D0-D241-7636-179E4D04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FB86-B8DC-4FE9-A111-30C21181D0A6}" type="datetime1">
              <a:rPr lang="en-GB" smtClean="0"/>
              <a:t>27/09/2026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3CA9-5BDD-A08C-7D5D-D4D07F099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B1E63D-C256-6A0A-4A03-4394889C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0DF-44DA-4774-A724-C8EACC966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90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5AB19-6375-DE38-C168-4131E7AF6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B0B4C-F8C8-5B77-D544-62BB76D57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4E650-0299-4445-94C6-8EA8E5ADEE72}" type="datetime1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170A5-B5A3-C4D2-5C5C-BBB80CF52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CECAD-F7F1-32A7-71C9-2E15F50D3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0DF-44DA-4774-A724-C8EACC966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421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CD574C-5BEA-E8B7-88DE-A33FE0E4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E6949-A56A-47FA-B9AA-3FE22319989E}" type="datetime1">
              <a:rPr lang="en-GB" smtClean="0"/>
              <a:t>27/09/2026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6CA70-D68C-60F2-E23B-20C820C4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4D964-148F-A03D-7154-B7F05A2D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0DF-44DA-4774-A724-C8EACC966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91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7D392-D0B9-8BBA-82CE-C866F7C4E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81F57-4A56-442A-5257-F08BFDBA7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C83B8-7D0D-B2D7-83E1-F35BC713C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9AA5E-5B6A-A76D-7E20-7F258FDB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728A-9CDB-41E3-98B3-83BA1F8021BC}" type="datetime1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443C2-0F51-99C6-B614-8BAB36F53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5F408-0CAB-80E3-9954-771FE7E2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0DF-44DA-4774-A724-C8EACC966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00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E5F4-F029-2174-26E2-8CF1B9D7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F8C530-6D0A-BE9A-0E40-3A48F3F95A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FAE02-3C8D-0D66-16F7-8E79B661A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35EB2-D01E-1C57-1F66-B97E939DC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994D1-D43E-452E-BBF0-EEF76D6B0883}" type="datetime1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B4CEC-F9E1-9B3E-06E1-34F7C995B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824A6-7BE5-35EE-B866-CC97AD03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0DF-44DA-4774-A724-C8EACC966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302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AA7CC-66F2-1DFF-E518-8A6D2AE98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30326F-829B-8E93-3BA5-1024BABF8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5CB3A-B517-DC9F-B4B4-C5C96FA48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203-6699-449F-802A-17B6CCE20152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8478F-D1BF-B3EE-A796-7EAD1EF2B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A87D6-8102-1586-A887-52ED9973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0DF-44DA-4774-A724-C8EACC966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87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0FDFEC-508E-EC25-FAA8-D5533BE6E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6AE5A9-955E-56ED-B941-FDA9B9DA3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C30C9-DC4B-043B-D012-92CBB8BEB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F5D6-FFAA-4E8E-A4AD-CFFD73D9DED8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EDD1D-2D9E-20FA-2424-F3964B4C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DA54D-FD1A-DF62-B586-B6E0D61F4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0B0DF-44DA-4774-A724-C8EACC966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923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14D7C-2D04-7B1C-EB72-C774905A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1CCF0-C9C5-C479-3F27-E113CC989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5181B-D02D-FDF5-F89D-889D19FE5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AFA7-3AA2-42FC-88DD-665360E5167D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C328D-5BDD-F2EB-A730-3C069B2A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93310-ED22-1EB8-49A0-54C7BF873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57B5-A267-4A30-A592-783B21B6790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3635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97270-F3D0-0FD5-2E2F-3AFA1AB5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4C2D-F93D-BD75-160C-9F929924D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D5587-1175-19AA-336C-9A2F4B303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4F8873-9CA7-4FE9-A78E-09162C278C79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F8806-2B5F-F1D4-B611-B95FABC13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Wearable data -&gt; IBM Bob -&gt; Git workflow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1C79A-086D-AA1B-D991-CC54B5036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0B0DF-44DA-4774-A724-C8EACC9662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94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F9265C-065B-158C-C1E8-23C4729EE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00" r="8492" b="-1"/>
          <a:stretch>
            <a:fillRect/>
          </a:stretch>
        </p:blipFill>
        <p:spPr>
          <a:xfrm>
            <a:off x="2724150" y="10"/>
            <a:ext cx="9467848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DFEAE4-FF82-21D1-CE5B-4078EA7A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Po-Ko Developer Capacity Guardian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F47A0-413C-ABF6-0C6E-CE053B86B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2000" dirty="0"/>
              <a:t>Turning developer recovery signals into safer software decisions</a:t>
            </a:r>
          </a:p>
          <a:p>
            <a:pPr lvl="0"/>
            <a:r>
              <a:rPr lang="en-US" sz="2000" dirty="0"/>
              <a:t>The tech industry expects developers to operate like machines, but we built a framework that treats them like humans.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FE532C-5F94-B162-8737-1700F83F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75" y="6310312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/>
                <a:ea typeface="+mn-ea"/>
                <a:cs typeface="+mn-cs"/>
              </a:rPr>
              <a:t>Wearable data -&gt; IBM Bob -&gt; Git workflow</a:t>
            </a:r>
          </a:p>
        </p:txBody>
      </p:sp>
    </p:spTree>
    <p:extLst>
      <p:ext uri="{BB962C8B-B14F-4D97-AF65-F5344CB8AC3E}">
        <p14:creationId xmlns:p14="http://schemas.microsoft.com/office/powerpoint/2010/main" val="1970145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B7169B8-2507-43F4-A148-FA791CD9C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8ECB2-403C-59E7-CD99-10D0237B8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19967"/>
            <a:ext cx="5257801" cy="24139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From Invisible Fatigue to Safer Decisions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906628"/>
            <a:ext cx="0" cy="5942494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Head with Gears">
            <a:extLst>
              <a:ext uri="{FF2B5EF4-FFF2-40B4-BE49-F238E27FC236}">
                <a16:creationId xmlns:a16="http://schemas.microsoft.com/office/drawing/2014/main" id="{49228A6D-1701-C2E3-7A55-767E95C5D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00421" y="861824"/>
            <a:ext cx="2250822" cy="225082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5575A9B-DBF3-42FB-B0CA-CF2CC74D4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1620" y="635895"/>
            <a:ext cx="492251" cy="851541"/>
            <a:chOff x="5661620" y="635895"/>
            <a:chExt cx="492251" cy="851541"/>
          </a:xfrm>
        </p:grpSpPr>
        <p:sp>
          <p:nvSpPr>
            <p:cNvPr id="16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661620" y="635895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2733" y="76951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41870" y="1359722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C5A10-656D-C215-337F-79B5DC5F5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9042" y="698643"/>
            <a:ext cx="4124758" cy="53014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Wearable Signals</a:t>
            </a:r>
          </a:p>
          <a:p>
            <a:pPr lvl="0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HRV • Sleep • Stress</a:t>
            </a:r>
          </a:p>
          <a:p>
            <a:pPr lvl="0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       ↓</a:t>
            </a:r>
          </a:p>
          <a:p>
            <a:pPr lvl="0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Po-Ko Score</a:t>
            </a:r>
          </a:p>
          <a:p>
            <a:pPr lvl="0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Explainable recovery state</a:t>
            </a:r>
          </a:p>
          <a:p>
            <a:pPr lvl="0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       ↓</a:t>
            </a:r>
          </a:p>
          <a:p>
            <a:pPr lvl="0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IBM Bob</a:t>
            </a:r>
          </a:p>
          <a:p>
            <a:pPr lvl="0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Context-aware advice</a:t>
            </a:r>
          </a:p>
          <a:p>
            <a:pPr lvl="0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       ↓</a:t>
            </a:r>
          </a:p>
          <a:p>
            <a:pPr lvl="0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Git Guardian</a:t>
            </a:r>
          </a:p>
          <a:p>
            <a:pPr lvl="0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Support-aware commit traceability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30C9C-AA26-0EA8-3D49-7045FDC3E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rPr>
              <a:t>Po-Ko connects human capacity to the software workflow before fatigue becomes a defect.</a:t>
            </a:r>
          </a:p>
        </p:txBody>
      </p:sp>
    </p:spTree>
    <p:extLst>
      <p:ext uri="{BB962C8B-B14F-4D97-AF65-F5344CB8AC3E}">
        <p14:creationId xmlns:p14="http://schemas.microsoft.com/office/powerpoint/2010/main" val="390015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88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Po-Ko Developer Capacity Guardian</vt:lpstr>
      <vt:lpstr>From Invisible Fatigue to Safer Decisions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Moreland, E, Mr [28183339@sun.ac.za]</dc:creator>
  <cp:lastModifiedBy>Moreland, E, Mr [28183339@sun.ac.za]</cp:lastModifiedBy>
  <cp:revision>1</cp:revision>
  <dcterms:created xsi:type="dcterms:W3CDTF">2026-09-27T08:33:14Z</dcterms:created>
  <dcterms:modified xsi:type="dcterms:W3CDTF">2026-09-27T10:05:26Z</dcterms:modified>
</cp:coreProperties>
</file>